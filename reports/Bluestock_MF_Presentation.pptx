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Analytics Capstone – Team Bluestock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Engineering, Analytics and Power BI Dashboard</a:t>
            </a:r>
          </a:p>
          <a:p>
            <a:r>
              <a:t>Kartikey | Bluestock Fintech | 6-Day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Investors lack centralized fund analytics.</a:t>
            </a:r>
          </a:p>
          <a:p>
            <a:r>
              <a:t>Objectives:</a:t>
            </a:r>
          </a:p>
          <a:p>
            <a:r>
              <a:t>• Build ETL pipeline</a:t>
            </a:r>
          </a:p>
          <a:p>
            <a:r>
              <a:t>• Create SQLite star schema</a:t>
            </a:r>
          </a:p>
          <a:p>
            <a:r>
              <a:t>• Analyze risk and returns</a:t>
            </a:r>
          </a:p>
          <a:p>
            <a:r>
              <a:t>• Develop Power BI dashboards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Pandas, NumPy, SQLite, SQL, Power BI, Plotly, Git, Excel, Matplotlib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&amp;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Python ETL → Data Cleaning → SQLite Database → Analytics →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 trends, SIP inflows, investor demographics, category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CAGR, Sharpe Ratio, Alpha, Beta, Sortino Ratio, Max Drawdown, Expense Ratio.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Scorecard &amp; Risk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VaR, CVaR, Rolling Sharpe Ratio and fund ranking scorecard.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– Page 1 &amp;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Overview and Fund Performance</a:t>
            </a:r>
          </a:p>
        </p:txBody>
      </p:sp>
      <p:pic>
        <p:nvPicPr>
          <p:cNvPr id="4" name="Picture 3" descr="Industry 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38943"/>
            <a:ext cx="3931920" cy="2090096"/>
          </a:xfrm>
          <a:prstGeom prst="rect">
            <a:avLst/>
          </a:prstGeom>
        </p:spPr>
      </p:pic>
      <p:pic>
        <p:nvPicPr>
          <p:cNvPr id="5" name="Picture 4" descr="Fund 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2" y="3338943"/>
            <a:ext cx="3931920" cy="21502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– Page 3 &amp;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 Analytics and SIP &amp; Market Trends</a:t>
            </a:r>
          </a:p>
        </p:txBody>
      </p:sp>
      <p:pic>
        <p:nvPicPr>
          <p:cNvPr id="4" name="Picture 3" descr="Investor 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31658"/>
            <a:ext cx="3931920" cy="2210626"/>
          </a:xfrm>
          <a:prstGeom prst="rect">
            <a:avLst/>
          </a:prstGeom>
        </p:spPr>
      </p:pic>
      <p:pic>
        <p:nvPicPr>
          <p:cNvPr id="5" name="Picture 4" descr="SIP &amp; Market 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631658"/>
            <a:ext cx="3931920" cy="22106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Automation, Streamlit App, Monte Carlo Simulation, Efficient Frontier, Email Reports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SIP growth, risk-adjusted performance insights, investor behavior trends.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</Words>
  <Application>Microsoft Office PowerPoint</Application>
  <PresentationFormat>On-screen Show (4:3)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Mutual Fund Analytics Capstone – Team Bluestock</vt:lpstr>
      <vt:lpstr>Problem Statement &amp; Objectives</vt:lpstr>
      <vt:lpstr>Tech Stack</vt:lpstr>
      <vt:lpstr>ETL &amp; Data Pipeline</vt:lpstr>
      <vt:lpstr>EDA Highlights</vt:lpstr>
      <vt:lpstr>Performance Metrics</vt:lpstr>
      <vt:lpstr>Fund Scorecard &amp; Risk Metrics</vt:lpstr>
      <vt:lpstr>Power BI Dashboard – Page 1 &amp; 2</vt:lpstr>
      <vt:lpstr>Power BI Dashboard – Page 3 &amp; 4</vt:lpstr>
      <vt:lpstr>Bonus Challenges</vt:lpstr>
      <vt:lpstr>Key Findings &amp; Recommendations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kartikey v</cp:lastModifiedBy>
  <cp:revision>2</cp:revision>
  <dcterms:created xsi:type="dcterms:W3CDTF">2013-01-27T09:14:16Z</dcterms:created>
  <dcterms:modified xsi:type="dcterms:W3CDTF">2026-06-12T17:57:18Z</dcterms:modified>
  <cp:category/>
</cp:coreProperties>
</file>